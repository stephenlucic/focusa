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7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gQbno2VY8VgKM6mnRn2IXmwc9u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5"/>
    <p:restoredTop sz="94757"/>
  </p:normalViewPr>
  <p:slideViewPr>
    <p:cSldViewPr snapToGrid="0">
      <p:cViewPr varScale="1">
        <p:scale>
          <a:sx n="122" d="100"/>
          <a:sy n="122" d="100"/>
        </p:scale>
        <p:origin x="2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Carla Adasme</a:t>
          </a:r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/>
            <a:t>Stephen </a:t>
          </a:r>
          <a:r>
            <a:rPr lang="es-CL" dirty="0" err="1"/>
            <a:t>Lucic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CL" dirty="0"/>
            <a:t>QA y DBA</a:t>
          </a: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CL" dirty="0"/>
            <a:t>Jefe de proyecto y Programador</a:t>
          </a:r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F09BF26D-2022-40EF-B754-46AD6A5DA741}">
      <dgm:prSet/>
      <dgm:spPr/>
      <dgm:t>
        <a:bodyPr/>
        <a:lstStyle/>
        <a:p>
          <a:r>
            <a:rPr lang="es-CL" dirty="0"/>
            <a:t>Evelyn Ramos</a:t>
          </a:r>
        </a:p>
      </dgm:t>
    </dgm:pt>
    <dgm:pt modelId="{22E33F83-C1EA-4F57-9248-EBBDD1566FE6}" type="parTrans" cxnId="{9B06EC53-423E-4393-A141-AEC376BB0443}">
      <dgm:prSet/>
      <dgm:spPr/>
      <dgm:t>
        <a:bodyPr/>
        <a:lstStyle/>
        <a:p>
          <a:endParaRPr lang="es-CL"/>
        </a:p>
      </dgm:t>
    </dgm:pt>
    <dgm:pt modelId="{A3A9474B-2427-41B4-91AF-61930E05E90E}" type="sibTrans" cxnId="{9B06EC53-423E-4393-A141-AEC376BB0443}">
      <dgm:prSet/>
      <dgm:spPr/>
      <dgm:t>
        <a:bodyPr/>
        <a:lstStyle/>
        <a:p>
          <a:endParaRPr lang="es-CL"/>
        </a:p>
      </dgm:t>
    </dgm:pt>
    <dgm:pt modelId="{0390E1A4-9F0C-46E1-9789-486D169974EF}">
      <dgm:prSet/>
      <dgm:spPr/>
      <dgm:t>
        <a:bodyPr/>
        <a:lstStyle/>
        <a:p>
          <a:r>
            <a:rPr lang="es-CL" dirty="0"/>
            <a:t>Cargo</a:t>
          </a:r>
        </a:p>
      </dgm:t>
    </dgm:pt>
    <dgm:pt modelId="{6B5C0B58-0A4A-499B-8E3C-CFF01ED1659D}" type="parTrans" cxnId="{61B14E73-C545-4FAF-A9A1-1B5F097E1162}">
      <dgm:prSet/>
      <dgm:spPr/>
      <dgm:t>
        <a:bodyPr/>
        <a:lstStyle/>
        <a:p>
          <a:endParaRPr lang="es-CL"/>
        </a:p>
      </dgm:t>
    </dgm:pt>
    <dgm:pt modelId="{B2B96C2E-A18A-4AAD-B360-3C214C15C245}" type="sibTrans" cxnId="{61B14E73-C545-4FAF-A9A1-1B5F097E1162}">
      <dgm:prSet/>
      <dgm:spPr/>
      <dgm:t>
        <a:bodyPr/>
        <a:lstStyle/>
        <a:p>
          <a:endParaRPr lang="es-CL"/>
        </a:p>
      </dgm:t>
    </dgm:pt>
    <dgm:pt modelId="{761B5960-C5C5-4A81-977F-F8155402171A}">
      <dgm:prSet/>
      <dgm:spPr/>
      <dgm:t>
        <a:bodyPr/>
        <a:lstStyle/>
        <a:p>
          <a:r>
            <a:rPr lang="es-CL" dirty="0"/>
            <a:t>Programador y diseñador</a:t>
          </a:r>
        </a:p>
      </dgm:t>
    </dgm:pt>
    <dgm:pt modelId="{22F36988-6788-43E0-A823-AE4DD93A3D87}" type="parTrans" cxnId="{1FCDC96F-E7D0-4592-88D9-5D1CC7D10168}">
      <dgm:prSet/>
      <dgm:spPr/>
      <dgm:t>
        <a:bodyPr/>
        <a:lstStyle/>
        <a:p>
          <a:endParaRPr lang="es-CL"/>
        </a:p>
      </dgm:t>
    </dgm:pt>
    <dgm:pt modelId="{44CDD779-8E39-476B-AA7D-0796F124FDD0}" type="sibTrans" cxnId="{1FCDC96F-E7D0-4592-88D9-5D1CC7D1016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2D0756C8-30C9-0348-B30F-A2CCC63949BB}" type="pres">
      <dgm:prSet presAssocID="{44AB630E-CD8B-4223-9F51-5EEE4E054B0A}" presName="spacer" presStyleCnt="0"/>
      <dgm:spPr/>
    </dgm:pt>
    <dgm:pt modelId="{0A053813-1A27-48A9-9CE4-CF4EBB9943E0}" type="pres">
      <dgm:prSet presAssocID="{F09BF26D-2022-40EF-B754-46AD6A5DA741}" presName="comp" presStyleCnt="0"/>
      <dgm:spPr/>
    </dgm:pt>
    <dgm:pt modelId="{F6EA3109-3DED-4AF4-91BA-940DEFBF6AB6}" type="pres">
      <dgm:prSet presAssocID="{F09BF26D-2022-40EF-B754-46AD6A5DA741}" presName="box" presStyleLbl="node1" presStyleIdx="2" presStyleCnt="3" custLinFactNeighborX="8154" custLinFactNeighborY="-1482"/>
      <dgm:spPr/>
    </dgm:pt>
    <dgm:pt modelId="{504B6808-2EA0-4B63-AE60-779A9AA54E83}" type="pres">
      <dgm:prSet presAssocID="{F09BF26D-2022-40EF-B754-46AD6A5DA741}" presName="img" presStyleLbl="fgImgPlace1" presStyleIdx="2" presStyleCnt="3" custScaleX="100074" custScaleY="100015" custLinFactNeighborX="7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4539DCF4-B987-4503-BDC5-6515AA2623F4}" type="pres">
      <dgm:prSet presAssocID="{F09BF26D-2022-40EF-B754-46AD6A5DA741}" presName="text" presStyleLbl="node1" presStyleIdx="2" presStyleCnt="3">
        <dgm:presLayoutVars>
          <dgm:bulletEnabled val="1"/>
        </dgm:presLayoutVars>
      </dgm:prSet>
      <dgm:spPr/>
    </dgm:pt>
  </dgm:ptLst>
  <dgm:cxnLst>
    <dgm:cxn modelId="{5DD01A14-3552-AB44-860D-AD28146C357D}" type="presOf" srcId="{78BFB295-8F5D-4286-B72B-79142F8F0E13}" destId="{52D125D2-FCA7-4A2D-AB39-B6BD54F251F2}" srcOrd="1" destOrd="0" presId="urn:microsoft.com/office/officeart/2005/8/layout/vList4"/>
    <dgm:cxn modelId="{E7514015-C6E9-6242-8D87-C1D1CC187C4D}" type="presOf" srcId="{761B5960-C5C5-4A81-977F-F8155402171A}" destId="{F6EA3109-3DED-4AF4-91BA-940DEFBF6AB6}" srcOrd="0" destOrd="2" presId="urn:microsoft.com/office/officeart/2005/8/layout/vList4"/>
    <dgm:cxn modelId="{D9EF741A-F527-C04C-B570-A1D991470DCF}" type="presOf" srcId="{F09BF26D-2022-40EF-B754-46AD6A5DA741}" destId="{F6EA3109-3DED-4AF4-91BA-940DEFBF6AB6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E035C73A-9D0B-F64A-B5E7-9E4D29E3E618}" type="presOf" srcId="{F09BF26D-2022-40EF-B754-46AD6A5DA741}" destId="{4539DCF4-B987-4503-BDC5-6515AA2623F4}" srcOrd="1" destOrd="0" presId="urn:microsoft.com/office/officeart/2005/8/layout/vList4"/>
    <dgm:cxn modelId="{70C0784F-05B1-5746-8696-C252239D537D}" type="presOf" srcId="{D868444B-AE34-4422-A6A5-1F7D392D0C20}" destId="{54FC4CB6-0791-48D3-B2C5-2E99B8AFCFF7}" srcOrd="0" destOrd="1" presId="urn:microsoft.com/office/officeart/2005/8/layout/vList4"/>
    <dgm:cxn modelId="{9B06EC53-423E-4393-A141-AEC376BB0443}" srcId="{BE45140C-C326-4DAA-A267-498AD5117D68}" destId="{F09BF26D-2022-40EF-B754-46AD6A5DA741}" srcOrd="2" destOrd="0" parTransId="{22E33F83-C1EA-4F57-9248-EBBDD1566FE6}" sibTransId="{A3A9474B-2427-41B4-91AF-61930E05E90E}"/>
    <dgm:cxn modelId="{E2B0A55B-B188-F845-B240-E3DD7E7F3AD4}" type="presOf" srcId="{55A2A9EB-4C26-43C3-B721-D475B10BC39B}" destId="{CFFDF23F-D296-4CDF-8EE4-8A672559E207}" srcOrd="1" destOrd="2" presId="urn:microsoft.com/office/officeart/2005/8/layout/vList4"/>
    <dgm:cxn modelId="{288DE56A-6033-5949-AB36-385D6E235FB4}" type="presOf" srcId="{2E221207-005F-49CB-81E1-6D036D64322B}" destId="{54FC4CB6-0791-48D3-B2C5-2E99B8AFCFF7}" srcOrd="0" destOrd="2" presId="urn:microsoft.com/office/officeart/2005/8/layout/vList4"/>
    <dgm:cxn modelId="{1FCDC96F-E7D0-4592-88D9-5D1CC7D10168}" srcId="{F09BF26D-2022-40EF-B754-46AD6A5DA741}" destId="{761B5960-C5C5-4A81-977F-F8155402171A}" srcOrd="1" destOrd="0" parTransId="{22F36988-6788-43E0-A823-AE4DD93A3D87}" sibTransId="{44CDD779-8E39-476B-AA7D-0796F124FDD0}"/>
    <dgm:cxn modelId="{61B14E73-C545-4FAF-A9A1-1B5F097E1162}" srcId="{F09BF26D-2022-40EF-B754-46AD6A5DA741}" destId="{0390E1A4-9F0C-46E1-9789-486D169974EF}" srcOrd="0" destOrd="0" parTransId="{6B5C0B58-0A4A-499B-8E3C-CFF01ED1659D}" sibTransId="{B2B96C2E-A18A-4AAD-B360-3C214C15C245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1D2CDF80-2B13-D44B-B343-04CC16EA9444}" type="presOf" srcId="{EA3B2395-55AF-495E-9D6B-329D2886612F}" destId="{CFFDF23F-D296-4CDF-8EE4-8A672559E207}" srcOrd="1" destOrd="1" presId="urn:microsoft.com/office/officeart/2005/8/layout/vList4"/>
    <dgm:cxn modelId="{84B1508D-704B-5841-8A62-9D6E94C051D9}" type="presOf" srcId="{02A34BC0-F8BA-4A89-87A4-4F20079DFD06}" destId="{CFFDF23F-D296-4CDF-8EE4-8A672559E207}" srcOrd="1" destOrd="0" presId="urn:microsoft.com/office/officeart/2005/8/layout/vList4"/>
    <dgm:cxn modelId="{FC1C9694-C94B-DC45-9D14-2E38B12BCFBA}" type="presOf" srcId="{78BFB295-8F5D-4286-B72B-79142F8F0E13}" destId="{54FC4CB6-0791-48D3-B2C5-2E99B8AFCFF7}" srcOrd="0" destOrd="0" presId="urn:microsoft.com/office/officeart/2005/8/layout/vList4"/>
    <dgm:cxn modelId="{3C14B297-D4F0-C148-ADD2-2684160A70F7}" type="presOf" srcId="{EA3B2395-55AF-495E-9D6B-329D2886612F}" destId="{39AFE128-ACF6-44CA-B18B-64F5782CF210}" srcOrd="0" destOrd="1" presId="urn:microsoft.com/office/officeart/2005/8/layout/vList4"/>
    <dgm:cxn modelId="{801AF897-531C-9144-BDE6-48467BFE878A}" type="presOf" srcId="{2E221207-005F-49CB-81E1-6D036D64322B}" destId="{52D125D2-FCA7-4A2D-AB39-B6BD54F251F2}" srcOrd="1" destOrd="2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3E42519F-5AD8-AC41-AF0E-4C78E7BA97C8}" type="presOf" srcId="{D868444B-AE34-4422-A6A5-1F7D392D0C20}" destId="{52D125D2-FCA7-4A2D-AB39-B6BD54F251F2}" srcOrd="1" destOrd="1" presId="urn:microsoft.com/office/officeart/2005/8/layout/vList4"/>
    <dgm:cxn modelId="{FD523DB3-C976-314B-A733-407C4DD98C60}" type="presOf" srcId="{02A34BC0-F8BA-4A89-87A4-4F20079DFD06}" destId="{39AFE128-ACF6-44CA-B18B-64F5782CF210}" srcOrd="0" destOrd="0" presId="urn:microsoft.com/office/officeart/2005/8/layout/vList4"/>
    <dgm:cxn modelId="{E04E6BB6-55FF-9E49-9CD8-7395F993E4E5}" type="presOf" srcId="{55A2A9EB-4C26-43C3-B721-D475B10BC39B}" destId="{39AFE128-ACF6-44CA-B18B-64F5782CF210}" srcOrd="0" destOrd="2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5F96ECC4-4EEA-2443-8C18-EDF86F7E15AF}" type="presOf" srcId="{0390E1A4-9F0C-46E1-9789-486D169974EF}" destId="{4539DCF4-B987-4503-BDC5-6515AA2623F4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E663D6CD-27D1-9D4C-8932-D09362AB2850}" type="presOf" srcId="{0390E1A4-9F0C-46E1-9789-486D169974EF}" destId="{F6EA3109-3DED-4AF4-91BA-940DEFBF6AB6}" srcOrd="0" destOrd="1" presId="urn:microsoft.com/office/officeart/2005/8/layout/vList4"/>
    <dgm:cxn modelId="{19CCF5CF-A8FB-5046-84DE-41DD2BA9BB04}" type="presOf" srcId="{761B5960-C5C5-4A81-977F-F8155402171A}" destId="{4539DCF4-B987-4503-BDC5-6515AA2623F4}" srcOrd="1" destOrd="2" presId="urn:microsoft.com/office/officeart/2005/8/layout/vList4"/>
    <dgm:cxn modelId="{5D88633C-756B-E740-8B9E-DF5ED7118A79}" type="presParOf" srcId="{6E1E561E-88C1-49C6-A3F7-DE4B9AD43273}" destId="{F70979D0-5925-4EC3-AD84-986E0EC7B0D8}" srcOrd="0" destOrd="0" presId="urn:microsoft.com/office/officeart/2005/8/layout/vList4"/>
    <dgm:cxn modelId="{2D902243-C25D-2242-92A6-DABF8372D04B}" type="presParOf" srcId="{F70979D0-5925-4EC3-AD84-986E0EC7B0D8}" destId="{54FC4CB6-0791-48D3-B2C5-2E99B8AFCFF7}" srcOrd="0" destOrd="0" presId="urn:microsoft.com/office/officeart/2005/8/layout/vList4"/>
    <dgm:cxn modelId="{A2B645FA-AB05-8E42-85A2-3B2DBF0DE741}" type="presParOf" srcId="{F70979D0-5925-4EC3-AD84-986E0EC7B0D8}" destId="{9A7E2690-DE9C-4572-9BE5-B8C9A3B8BBB3}" srcOrd="1" destOrd="0" presId="urn:microsoft.com/office/officeart/2005/8/layout/vList4"/>
    <dgm:cxn modelId="{2FFD32F4-DB69-CD40-A2C0-7E9CF4F6C133}" type="presParOf" srcId="{F70979D0-5925-4EC3-AD84-986E0EC7B0D8}" destId="{52D125D2-FCA7-4A2D-AB39-B6BD54F251F2}" srcOrd="2" destOrd="0" presId="urn:microsoft.com/office/officeart/2005/8/layout/vList4"/>
    <dgm:cxn modelId="{E28B77FE-B033-9546-99AB-405AB2DFFB52}" type="presParOf" srcId="{6E1E561E-88C1-49C6-A3F7-DE4B9AD43273}" destId="{E95CA29D-745B-40BA-93B6-BB607C99A2CE}" srcOrd="1" destOrd="0" presId="urn:microsoft.com/office/officeart/2005/8/layout/vList4"/>
    <dgm:cxn modelId="{0A1C32EE-9396-1344-81C3-8E72B21DD7EC}" type="presParOf" srcId="{6E1E561E-88C1-49C6-A3F7-DE4B9AD43273}" destId="{41A67AC8-1DD7-4AB7-96A3-87B24035E3FA}" srcOrd="2" destOrd="0" presId="urn:microsoft.com/office/officeart/2005/8/layout/vList4"/>
    <dgm:cxn modelId="{ACDD6AE7-2BCB-BA4A-9808-93472D7B4275}" type="presParOf" srcId="{41A67AC8-1DD7-4AB7-96A3-87B24035E3FA}" destId="{39AFE128-ACF6-44CA-B18B-64F5782CF210}" srcOrd="0" destOrd="0" presId="urn:microsoft.com/office/officeart/2005/8/layout/vList4"/>
    <dgm:cxn modelId="{8B6E71BD-C55E-E24F-B200-312EE309A887}" type="presParOf" srcId="{41A67AC8-1DD7-4AB7-96A3-87B24035E3FA}" destId="{3F97C059-D720-4D48-953F-B84D04D0BF79}" srcOrd="1" destOrd="0" presId="urn:microsoft.com/office/officeart/2005/8/layout/vList4"/>
    <dgm:cxn modelId="{4CC40AAA-D3E9-E447-8DBE-B32FFC726009}" type="presParOf" srcId="{41A67AC8-1DD7-4AB7-96A3-87B24035E3FA}" destId="{CFFDF23F-D296-4CDF-8EE4-8A672559E207}" srcOrd="2" destOrd="0" presId="urn:microsoft.com/office/officeart/2005/8/layout/vList4"/>
    <dgm:cxn modelId="{68A94A77-7BE4-3148-83E8-451BB8993D87}" type="presParOf" srcId="{6E1E561E-88C1-49C6-A3F7-DE4B9AD43273}" destId="{2D0756C8-30C9-0348-B30F-A2CCC63949BB}" srcOrd="3" destOrd="0" presId="urn:microsoft.com/office/officeart/2005/8/layout/vList4"/>
    <dgm:cxn modelId="{4F5E8815-E6C3-164B-B21C-8497B6E50E7D}" type="presParOf" srcId="{6E1E561E-88C1-49C6-A3F7-DE4B9AD43273}" destId="{0A053813-1A27-48A9-9CE4-CF4EBB9943E0}" srcOrd="4" destOrd="0" presId="urn:microsoft.com/office/officeart/2005/8/layout/vList4"/>
    <dgm:cxn modelId="{DFB6C3DE-0605-6649-9BBE-639ABDD97AEC}" type="presParOf" srcId="{0A053813-1A27-48A9-9CE4-CF4EBB9943E0}" destId="{F6EA3109-3DED-4AF4-91BA-940DEFBF6AB6}" srcOrd="0" destOrd="0" presId="urn:microsoft.com/office/officeart/2005/8/layout/vList4"/>
    <dgm:cxn modelId="{09966C55-47C1-814B-A534-21865219C52F}" type="presParOf" srcId="{0A053813-1A27-48A9-9CE4-CF4EBB9943E0}" destId="{504B6808-2EA0-4B63-AE60-779A9AA54E83}" srcOrd="1" destOrd="0" presId="urn:microsoft.com/office/officeart/2005/8/layout/vList4"/>
    <dgm:cxn modelId="{A09D8EA3-BA04-D64F-A542-6232D48205BB}" type="presParOf" srcId="{0A053813-1A27-48A9-9CE4-CF4EBB9943E0}" destId="{4539DCF4-B987-4503-BDC5-6515AA2623F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6781017" cy="14352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Carla Adasme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Cargo</a:t>
          </a:r>
          <a:endParaRPr lang="es-CL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300" kern="1200" dirty="0"/>
            <a:t>QA y DBA</a:t>
          </a:r>
        </a:p>
      </dsp:txBody>
      <dsp:txXfrm>
        <a:off x="1499732" y="0"/>
        <a:ext cx="5281284" cy="1435286"/>
      </dsp:txXfrm>
    </dsp:sp>
    <dsp:sp modelId="{9A7E2690-DE9C-4572-9BE5-B8C9A3B8BBB3}">
      <dsp:nvSpPr>
        <dsp:cNvPr id="0" name=""/>
        <dsp:cNvSpPr/>
      </dsp:nvSpPr>
      <dsp:spPr>
        <a:xfrm>
          <a:off x="143528" y="143528"/>
          <a:ext cx="1356203" cy="114822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578814"/>
          <a:ext cx="6781017" cy="14352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Stephen </a:t>
          </a:r>
          <a:r>
            <a:rPr lang="es-CL" sz="3000" kern="1200" dirty="0" err="1"/>
            <a:t>Lucic</a:t>
          </a:r>
          <a:endParaRPr lang="es-CL" sz="30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300" kern="1200" dirty="0"/>
            <a:t>Cargo</a:t>
          </a:r>
          <a:endParaRPr lang="es-CL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300" kern="1200" dirty="0"/>
            <a:t>Jefe de proyecto y Programador</a:t>
          </a:r>
        </a:p>
      </dsp:txBody>
      <dsp:txXfrm>
        <a:off x="1499732" y="1578814"/>
        <a:ext cx="5281284" cy="1435286"/>
      </dsp:txXfrm>
    </dsp:sp>
    <dsp:sp modelId="{3F97C059-D720-4D48-953F-B84D04D0BF79}">
      <dsp:nvSpPr>
        <dsp:cNvPr id="0" name=""/>
        <dsp:cNvSpPr/>
      </dsp:nvSpPr>
      <dsp:spPr>
        <a:xfrm>
          <a:off x="143528" y="1722343"/>
          <a:ext cx="1356203" cy="114822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9000" b="-29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6EA3109-3DED-4AF4-91BA-940DEFBF6AB6}">
      <dsp:nvSpPr>
        <dsp:cNvPr id="0" name=""/>
        <dsp:cNvSpPr/>
      </dsp:nvSpPr>
      <dsp:spPr>
        <a:xfrm>
          <a:off x="0" y="3136358"/>
          <a:ext cx="6781017" cy="14352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000" kern="1200" dirty="0"/>
            <a:t>Evelyn Ramos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300" kern="1200" dirty="0"/>
            <a:t>Cargo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300" kern="1200" dirty="0"/>
            <a:t>Programador y diseñador</a:t>
          </a:r>
        </a:p>
      </dsp:txBody>
      <dsp:txXfrm>
        <a:off x="1499732" y="3136358"/>
        <a:ext cx="5281284" cy="1435286"/>
      </dsp:txXfrm>
    </dsp:sp>
    <dsp:sp modelId="{504B6808-2EA0-4B63-AE60-779A9AA54E83}">
      <dsp:nvSpPr>
        <dsp:cNvPr id="0" name=""/>
        <dsp:cNvSpPr/>
      </dsp:nvSpPr>
      <dsp:spPr>
        <a:xfrm>
          <a:off x="144003" y="3301072"/>
          <a:ext cx="1357206" cy="114840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F808E2A-9026-EE13-B241-72CC99A6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>
            <a:extLst>
              <a:ext uri="{FF2B5EF4-FFF2-40B4-BE49-F238E27FC236}">
                <a16:creationId xmlns:a16="http://schemas.microsoft.com/office/drawing/2014/main" id="{738E35E1-BE27-91BE-FE41-617F3CC7F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9:notes">
            <a:extLst>
              <a:ext uri="{FF2B5EF4-FFF2-40B4-BE49-F238E27FC236}">
                <a16:creationId xmlns:a16="http://schemas.microsoft.com/office/drawing/2014/main" id="{B6F0EFFB-142C-35FE-CB60-239ACE377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366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251000D6-D64B-8A33-BE67-04DAE0C8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>
            <a:extLst>
              <a:ext uri="{FF2B5EF4-FFF2-40B4-BE49-F238E27FC236}">
                <a16:creationId xmlns:a16="http://schemas.microsoft.com/office/drawing/2014/main" id="{E1A40AA8-4DF7-B9C3-EC94-0B32900F03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1:notes">
            <a:extLst>
              <a:ext uri="{FF2B5EF4-FFF2-40B4-BE49-F238E27FC236}">
                <a16:creationId xmlns:a16="http://schemas.microsoft.com/office/drawing/2014/main" id="{8272E1E3-D57E-C35D-EC4C-034F83FAE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848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2718946-4000-4AB2-006B-64640A74C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>
            <a:extLst>
              <a:ext uri="{FF2B5EF4-FFF2-40B4-BE49-F238E27FC236}">
                <a16:creationId xmlns:a16="http://schemas.microsoft.com/office/drawing/2014/main" id="{5E509F25-1A77-058A-D8A0-72FFBD3A6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1:notes">
            <a:extLst>
              <a:ext uri="{FF2B5EF4-FFF2-40B4-BE49-F238E27FC236}">
                <a16:creationId xmlns:a16="http://schemas.microsoft.com/office/drawing/2014/main" id="{662DF495-88C7-FF9F-1174-1E7D658749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972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 dirty="0"/>
              <a:t>Presentación </a:t>
            </a:r>
            <a:r>
              <a:rPr lang="es-CL" dirty="0" err="1"/>
              <a:t>Capstone</a:t>
            </a:r>
            <a:br>
              <a:rPr lang="es-CL" dirty="0"/>
            </a:br>
            <a:r>
              <a:rPr lang="es-CL" sz="3200" dirty="0"/>
              <a:t>“FOCUSA”</a:t>
            </a:r>
            <a:endParaRPr dirty="0"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 dirty="0"/>
              <a:t>Ingeniería Informática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Escuela de Informática y Telecomunicaciones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Sede Puente Alto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 dirty="0"/>
              <a:t>2025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821892AA-E7B0-372D-37D7-892CECAA2AAD}"/>
              </a:ext>
            </a:extLst>
          </p:cNvPr>
          <p:cNvSpPr txBox="1"/>
          <p:nvPr/>
        </p:nvSpPr>
        <p:spPr>
          <a:xfrm>
            <a:off x="119891" y="2241440"/>
            <a:ext cx="36440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graphicFrame>
        <p:nvGraphicFramePr>
          <p:cNvPr id="15" name="Diagrama 14">
            <a:extLst>
              <a:ext uri="{FF2B5EF4-FFF2-40B4-BE49-F238E27FC236}">
                <a16:creationId xmlns:a16="http://schemas.microsoft.com/office/drawing/2014/main" id="{6F9E24A6-81B0-5D15-1587-B4839D109A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8553689"/>
              </p:ext>
            </p:extLst>
          </p:nvPr>
        </p:nvGraphicFramePr>
        <p:xfrm>
          <a:off x="4082926" y="1382434"/>
          <a:ext cx="6781017" cy="4592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09" name="Google Shape;109;p8"/>
          <p:cNvSpPr txBox="1"/>
          <p:nvPr/>
        </p:nvSpPr>
        <p:spPr>
          <a:xfrm>
            <a:off x="757367" y="1848356"/>
            <a:ext cx="999046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00F416-548B-FFC3-2F1C-D5DACA272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7357" y="1538663"/>
            <a:ext cx="7853391" cy="49115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5" name="Google Shape;115;p9"/>
          <p:cNvSpPr txBox="1"/>
          <p:nvPr/>
        </p:nvSpPr>
        <p:spPr>
          <a:xfrm>
            <a:off x="725713" y="1712687"/>
            <a:ext cx="2833915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Usuario de sistema Focusa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5702CD0-01E6-142A-A967-DE8814133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55"/>
          <a:stretch/>
        </p:blipFill>
        <p:spPr>
          <a:xfrm>
            <a:off x="4085655" y="1647948"/>
            <a:ext cx="8083041" cy="49357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A807A27-AA2E-8C8F-BD1B-64CB491F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>
            <a:extLst>
              <a:ext uri="{FF2B5EF4-FFF2-40B4-BE49-F238E27FC236}">
                <a16:creationId xmlns:a16="http://schemas.microsoft.com/office/drawing/2014/main" id="{A956B8D7-7348-6388-025C-A88EE0C079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15" name="Google Shape;115;p9">
            <a:extLst>
              <a:ext uri="{FF2B5EF4-FFF2-40B4-BE49-F238E27FC236}">
                <a16:creationId xmlns:a16="http://schemas.microsoft.com/office/drawing/2014/main" id="{3A2E0410-3F06-9E22-892E-3E1B7E0D65CD}"/>
              </a:ext>
            </a:extLst>
          </p:cNvPr>
          <p:cNvSpPr txBox="1"/>
          <p:nvPr/>
        </p:nvSpPr>
        <p:spPr>
          <a:xfrm>
            <a:off x="725713" y="1712687"/>
            <a:ext cx="2833915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Administrador de sistema Focusa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BDCACE0-E1D1-9AFF-FD3B-581ABD6283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9" r="5515"/>
          <a:stretch/>
        </p:blipFill>
        <p:spPr>
          <a:xfrm>
            <a:off x="4642339" y="869490"/>
            <a:ext cx="7522252" cy="570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791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663024" y="1012166"/>
            <a:ext cx="4192005" cy="63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 dirty="0"/>
              <a:t>Arquitectura del Sistema</a:t>
            </a:r>
            <a:endParaRPr dirty="0"/>
          </a:p>
        </p:txBody>
      </p:sp>
      <p:sp>
        <p:nvSpPr>
          <p:cNvPr id="121" name="Google Shape;121;p10"/>
          <p:cNvSpPr txBox="1"/>
          <p:nvPr/>
        </p:nvSpPr>
        <p:spPr>
          <a:xfrm>
            <a:off x="663024" y="1963134"/>
            <a:ext cx="4006947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Patrón arquitectónico 4+1 para el desarrollo y Diagrama Vista Física:</a:t>
            </a:r>
            <a:endParaRPr lang="es-CL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84EC8F-3130-BBFF-8908-B86B64983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212" y="1012166"/>
            <a:ext cx="7589055" cy="53276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757367" y="1558071"/>
            <a:ext cx="274783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Registrar e iniciar sesión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B6E39DE-BE26-FDD4-7C9D-A6627739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605" y="1487715"/>
            <a:ext cx="8207828" cy="5250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539893EB-0352-4AAD-C6B6-496A329B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>
            <a:extLst>
              <a:ext uri="{FF2B5EF4-FFF2-40B4-BE49-F238E27FC236}">
                <a16:creationId xmlns:a16="http://schemas.microsoft.com/office/drawing/2014/main" id="{EB9BF629-3DD9-FFB5-1D3D-2599945E4D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7" name="Google Shape;127;p11">
            <a:extLst>
              <a:ext uri="{FF2B5EF4-FFF2-40B4-BE49-F238E27FC236}">
                <a16:creationId xmlns:a16="http://schemas.microsoft.com/office/drawing/2014/main" id="{4ED4EE1C-97B5-860E-B2F2-C1360E5026F1}"/>
              </a:ext>
            </a:extLst>
          </p:cNvPr>
          <p:cNvSpPr txBox="1"/>
          <p:nvPr/>
        </p:nvSpPr>
        <p:spPr>
          <a:xfrm>
            <a:off x="757367" y="1558071"/>
            <a:ext cx="274783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Crear tarea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BFDFA03-A883-CC06-C970-C2D73A58E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456" y="1997718"/>
            <a:ext cx="10564562" cy="4392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5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9A7B44A1-FFF9-1168-E277-B5E54002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>
            <a:extLst>
              <a:ext uri="{FF2B5EF4-FFF2-40B4-BE49-F238E27FC236}">
                <a16:creationId xmlns:a16="http://schemas.microsoft.com/office/drawing/2014/main" id="{1173DCE0-870F-3B44-F6E3-9AC6873DF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Arquitectura del Sistema</a:t>
            </a:r>
            <a:endParaRPr/>
          </a:p>
        </p:txBody>
      </p:sp>
      <p:sp>
        <p:nvSpPr>
          <p:cNvPr id="127" name="Google Shape;127;p11">
            <a:extLst>
              <a:ext uri="{FF2B5EF4-FFF2-40B4-BE49-F238E27FC236}">
                <a16:creationId xmlns:a16="http://schemas.microsoft.com/office/drawing/2014/main" id="{E715E2FE-C41B-D6C0-84FC-697AB88F6F8B}"/>
              </a:ext>
            </a:extLst>
          </p:cNvPr>
          <p:cNvSpPr txBox="1"/>
          <p:nvPr/>
        </p:nvSpPr>
        <p:spPr>
          <a:xfrm>
            <a:off x="757367" y="1558071"/>
            <a:ext cx="274783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Suscripción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80E8F2A-AA5C-18B0-6BE9-E6F21C3FC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028" y="1997718"/>
            <a:ext cx="10874035" cy="467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18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"/>
          <p:cNvSpPr txBox="1">
            <a:spLocks noGrp="1"/>
          </p:cNvSpPr>
          <p:nvPr>
            <p:ph type="title"/>
          </p:nvPr>
        </p:nvSpPr>
        <p:spPr>
          <a:xfrm>
            <a:off x="295532" y="850797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 dirty="0"/>
              <a:t>Tecnologías del Desarrollo</a:t>
            </a:r>
            <a:endParaRPr dirty="0"/>
          </a:p>
        </p:txBody>
      </p:sp>
      <p:sp>
        <p:nvSpPr>
          <p:cNvPr id="133" name="Google Shape;133;p12"/>
          <p:cNvSpPr txBox="1"/>
          <p:nvPr/>
        </p:nvSpPr>
        <p:spPr>
          <a:xfrm>
            <a:off x="295532" y="1494973"/>
            <a:ext cx="10677269" cy="5970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</a:rPr>
              <a:t>Backend</a:t>
            </a: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 Framework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Django 5.2.5 - Framework web de Python para desarrollo rápido y seguro</a:t>
            </a:r>
          </a:p>
          <a:p>
            <a:pPr algn="l"/>
            <a:endParaRPr lang="es-CL" dirty="0">
              <a:solidFill>
                <a:schemeClr val="dk1"/>
              </a:solidFill>
              <a:latin typeface="Calibri"/>
              <a:cs typeface="Calibri"/>
            </a:endParaRPr>
          </a:p>
          <a:p>
            <a:pPr algn="l">
              <a:spcAft>
                <a:spcPts val="600"/>
              </a:spcAft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Base de Datos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MySQL - Sistema de gestión de bases de datos relacional</a:t>
            </a:r>
          </a:p>
          <a:p>
            <a:pPr algn="l">
              <a:spcAft>
                <a:spcPts val="600"/>
              </a:spcAft>
            </a:pPr>
            <a:endParaRPr lang="es-CL" dirty="0">
              <a:solidFill>
                <a:schemeClr val="dk1"/>
              </a:solidFill>
              <a:latin typeface="Calibri"/>
              <a:cs typeface="Calibri"/>
            </a:endParaRPr>
          </a:p>
          <a:p>
            <a:pPr algn="l">
              <a:spcAft>
                <a:spcPts val="600"/>
              </a:spcAft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Generación de </a:t>
            </a: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</a:rPr>
              <a:t>PDFs</a:t>
            </a:r>
            <a:endParaRPr lang="es-CL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</a:rPr>
              <a:t>Weasyprint</a:t>
            </a: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 66.0 - Conversión de HTML/CSS a PDF</a:t>
            </a:r>
          </a:p>
          <a:p>
            <a:pPr algn="l">
              <a:spcAft>
                <a:spcPts val="600"/>
              </a:spcAft>
            </a:pPr>
            <a:endParaRPr lang="es-CL" dirty="0">
              <a:solidFill>
                <a:schemeClr val="dk1"/>
              </a:solidFill>
              <a:latin typeface="Calibri"/>
              <a:cs typeface="Calibri"/>
            </a:endParaRPr>
          </a:p>
          <a:p>
            <a:pPr algn="l">
              <a:spcAft>
                <a:spcPts val="600"/>
              </a:spcAft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Lenguaje de Programación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Python 3.12</a:t>
            </a:r>
          </a:p>
          <a:p>
            <a:pPr algn="l"/>
            <a:endParaRPr lang="es-CL" dirty="0">
              <a:solidFill>
                <a:schemeClr val="dk1"/>
              </a:solidFill>
              <a:latin typeface="Calibri"/>
              <a:cs typeface="Calibri"/>
            </a:endParaRPr>
          </a:p>
          <a:p>
            <a:pPr algn="l">
              <a:spcAft>
                <a:spcPts val="600"/>
              </a:spcAft>
            </a:pP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</a:rPr>
              <a:t>Frontend</a:t>
            </a:r>
            <a:endParaRPr lang="es-CL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HTML5, CSS3, JavaScript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Bootstrap 5 - Framework CSS para diseño responsive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Generación de </a:t>
            </a: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dashboard</a:t>
            </a:r>
            <a:r>
              <a:rPr lang="es-CL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: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Apexchart</a:t>
            </a:r>
            <a:endParaRPr lang="es-CL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Calendario: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dirty="0" err="1">
                <a:solidFill>
                  <a:schemeClr val="dk1"/>
                </a:solidFill>
                <a:latin typeface="Calibri"/>
                <a:cs typeface="Calibri"/>
              </a:rPr>
              <a:t>FullCalendar.js</a:t>
            </a:r>
            <a:r>
              <a:rPr lang="es-CL" dirty="0">
                <a:solidFill>
                  <a:schemeClr val="dk1"/>
                </a:solidFill>
                <a:latin typeface="Calibri"/>
                <a:cs typeface="Calibri"/>
              </a:rPr>
              <a:t> (CDN) - Librería JavaScript para renderizar calendarios interactivos</a:t>
            </a:r>
            <a:endParaRPr lang="es-CL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</a:t>
            </a: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4C2A35C-ECE7-C10F-7A02-7F93CF24C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51" y="1739292"/>
            <a:ext cx="11347066" cy="4607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>
            <a:spLocks noGrp="1"/>
          </p:cNvSpPr>
          <p:nvPr>
            <p:ph type="title"/>
          </p:nvPr>
        </p:nvSpPr>
        <p:spPr>
          <a:xfrm>
            <a:off x="710252" y="775322"/>
            <a:ext cx="10515600" cy="1118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Resumen de Costos Estimados del Proyecto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710252" y="1787112"/>
            <a:ext cx="11124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de caja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5485E7E-AE22-1E18-AAB3-F640DAB93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52" y="2416607"/>
            <a:ext cx="10820250" cy="399860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5" name="Rectangle 154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Google Shape;150;p15"/>
          <p:cNvSpPr txBox="1"/>
          <p:nvPr/>
        </p:nvSpPr>
        <p:spPr>
          <a:xfrm>
            <a:off x="838200" y="5358141"/>
            <a:ext cx="10515600" cy="94266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>
                <a:schemeClr val="dk1"/>
              </a:buClr>
              <a:buSzPts val="4400"/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Presentación del sistema desarrollado en vivo 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885B5A-1D0D-7B83-7972-7C1A8C206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42" y="1672124"/>
            <a:ext cx="10905066" cy="327151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5A0ABE5-DCB2-5DCD-63AF-8A61CB1C2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8275" y="381451"/>
            <a:ext cx="7772400" cy="7222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200</Words>
  <Application>Microsoft Macintosh PowerPoint</Application>
  <PresentationFormat>Panorámica</PresentationFormat>
  <Paragraphs>74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de Office</vt:lpstr>
      <vt:lpstr>Presentación Capstone “FOCUSA”</vt:lpstr>
      <vt:lpstr>Presentación de PowerPoint</vt:lpstr>
      <vt:lpstr>Diseño del Sistema</vt:lpstr>
      <vt:lpstr>Diseño del Sistema</vt:lpstr>
      <vt:lpstr>Diseño del Sistema</vt:lpstr>
      <vt:lpstr>Arquitectura del Sistema</vt:lpstr>
      <vt:lpstr>Arquitectura del Sistema</vt:lpstr>
      <vt:lpstr>Arquitectura del Sistema</vt:lpstr>
      <vt:lpstr>Arquitectura del Sistema</vt:lpstr>
      <vt:lpstr>Tecnologías del Desarrollo</vt:lpstr>
      <vt:lpstr>Planificación</vt:lpstr>
      <vt:lpstr>Resumen de Costos Estimados del Proyecto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Sala_</dc:creator>
  <cp:lastModifiedBy>EVELYN . SOTO RAMOS</cp:lastModifiedBy>
  <cp:revision>2</cp:revision>
  <dcterms:created xsi:type="dcterms:W3CDTF">2015-07-01T15:45:01Z</dcterms:created>
  <dcterms:modified xsi:type="dcterms:W3CDTF">2025-12-04T21:50:14Z</dcterms:modified>
</cp:coreProperties>
</file>